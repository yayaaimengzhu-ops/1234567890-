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二手奢侈品回收 · 全渠道全链路课程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第三站 · 承接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834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私域入口：不管人从哪条路来，都要搬进自己的微信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377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 私域底座 · 3.2 钩子设计 · 3.3 各路径的导流路径 · 3.4 加微信这一步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3.5 本站风控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457200"/>
            <a:ext cx="9905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五条路径在这里合流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600200" cy="960120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78308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视频有播放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86000" y="1783080"/>
            <a:ext cx="1600200" cy="960120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86000" y="178308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异业推了人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023360" y="1783080"/>
            <a:ext cx="1600200" cy="960120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23360" y="178308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投流烧了钱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760720" y="1783080"/>
            <a:ext cx="1600200" cy="960120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60720" y="178308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地推留了电话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452360" y="2263140"/>
            <a:ext cx="411480" cy="0"/>
          </a:xfrm>
          <a:prstGeom prst="line">
            <a:avLst/>
          </a:prstGeom>
          <a:noFill/>
          <a:ln w="25400">
            <a:solidFill>
              <a:srgbClr val="8F6E3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001000" y="1783080"/>
            <a:ext cx="3642055" cy="960120"/>
          </a:xfrm>
          <a:prstGeom prst="rect">
            <a:avLst/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92440" y="1783080"/>
            <a:ext cx="34591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人却没进微信，前面全白费。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2461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进了微信也不等于安全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3515258" cy="137160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4114800"/>
            <a:ext cx="31129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" y="4526280"/>
            <a:ext cx="311292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号在谁名下</a:t>
            </a:r>
            <a:endParaRPr lang="en-US" sz="2300" dirty="0"/>
          </a:p>
        </p:txBody>
      </p:sp>
      <p:sp>
        <p:nvSpPr>
          <p:cNvPr id="20" name="Shape 18"/>
          <p:cNvSpPr/>
          <p:nvPr/>
        </p:nvSpPr>
        <p:spPr>
          <a:xfrm>
            <a:off x="4338218" y="3931920"/>
            <a:ext cx="3515258" cy="137160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39386" y="4114800"/>
            <a:ext cx="31129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539386" y="4526280"/>
            <a:ext cx="311292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会不会被封</a:t>
            </a:r>
            <a:endParaRPr lang="en-US" sz="2300" dirty="0"/>
          </a:p>
        </p:txBody>
      </p:sp>
      <p:sp>
        <p:nvSpPr>
          <p:cNvPr id="23" name="Shape 21"/>
          <p:cNvSpPr/>
          <p:nvPr/>
        </p:nvSpPr>
        <p:spPr>
          <a:xfrm>
            <a:off x="8127797" y="3931920"/>
            <a:ext cx="3515258" cy="137160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28965" y="4114800"/>
            <a:ext cx="31129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8328965" y="4526280"/>
            <a:ext cx="311292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客户信息怎么存</a:t>
            </a:r>
            <a:endParaRPr lang="en-US" sz="23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5321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这一站一起讲。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3.1A–B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98559" y="658368"/>
            <a:ext cx="1158240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98559" y="658368"/>
            <a:ext cx="115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2.7 移入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457200"/>
            <a:ext cx="735147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私域底座：五条路的共同收口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6459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无论走哪条路，人最后都要落到自己的池子里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3576218" cy="182880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2560320"/>
            <a:ext cx="31738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微信个人号矩阵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3044952"/>
            <a:ext cx="317388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几个号、怎么分工、怎么防封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307738" y="2377440"/>
            <a:ext cx="3576218" cy="182880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08906" y="2560320"/>
            <a:ext cx="31738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企业微信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508906" y="3044952"/>
            <a:ext cx="317388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适合什么阶段、和个人号怎么配合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066837" y="2377440"/>
            <a:ext cx="3576218" cy="182880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68005" y="2560320"/>
            <a:ext cx="31738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自建社群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268005" y="3044952"/>
            <a:ext cx="317388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行情播报群、捡漏群、同城群，怎么活跃怎么变现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4480560"/>
            <a:ext cx="11094415" cy="137160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617720"/>
            <a:ext cx="106372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为什么这是唯一不会被平台收走的资产</a:t>
            </a:r>
            <a:r>
              <a:rPr lang="en-US" sz="190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——账号可能封、投放可能停、门店可能关，微信里的人跑不掉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3.1A–B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98559" y="658368"/>
            <a:ext cx="1158240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98559" y="658368"/>
            <a:ext cx="115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2.7 移入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266127" y="658368"/>
            <a:ext cx="1822704" cy="384048"/>
          </a:xfrm>
          <a:prstGeom prst="roundRect">
            <a:avLst>
              <a:gd name="adj" fmla="val 14286"/>
            </a:avLst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66127" y="658368"/>
            <a:ext cx="1822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 迁自 8.7 · 8.8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457200"/>
            <a:ext cx="54190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私域号的风控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691640"/>
            <a:ext cx="110944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95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号的归属</a:t>
            </a: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：客户资源归属、微信号归属——私域号实名在老板或公司名下，员工、出镜人、合伙人手上的号一律登记在册</a:t>
            </a:r>
            <a:endParaRPr lang="en-US" sz="19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95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带走客户</a:t>
            </a: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：员工离职时人走号留，客户清单和聊天记录交接归档</a:t>
            </a:r>
            <a:endParaRPr lang="en-US" sz="19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95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防封</a:t>
            </a: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：不用外挂、群发软件、多开改机；新号按节奏养；好友和标签定期导出备份</a:t>
            </a:r>
            <a:endParaRPr lang="en-US" sz="19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95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客户信息怎么存</a:t>
            </a: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：身份证照片、住址、电话不放手机相册、不在群里转发，标签里不写敏感信息——泄露客户信息是法律问题</a:t>
            </a:r>
            <a:endParaRPr lang="en-US" sz="19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95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社群的风险</a:t>
            </a: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：同行潜伏挖客户，有人在群里发假货广告和诈骗链接；群规、入群审核、清群机制先定好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722559" y="658368"/>
            <a:ext cx="920496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22559" y="658368"/>
            <a:ext cx="920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3.2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87547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钩子设计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00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四种有效钩子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2636444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2057400"/>
            <a:ext cx="24901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免费估价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3367964" y="2057400"/>
            <a:ext cx="2636444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41116" y="2057400"/>
            <a:ext cx="24901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免费鉴定一次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187288" y="2057400"/>
            <a:ext cx="2636444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0440" y="2057400"/>
            <a:ext cx="24901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避坑手册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9006611" y="2057400"/>
            <a:ext cx="2636444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079763" y="2057400"/>
            <a:ext cx="24901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本周行情报价单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154680"/>
            <a:ext cx="110944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哪种钩子吸来精准卖家，哪种只会吸来白嫖党</a:t>
            </a:r>
            <a:endParaRPr lang="en-US" sz="19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钩子在各路径里怎么出现：视频里、评论区、主页、直播间、异业台卡、地推物料、闲鱼帖子</a:t>
            </a:r>
            <a:endParaRPr lang="en-US" sz="19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回看 2.3.2：每类选题该配哪种钩子，逐条对上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548640" y="4846320"/>
            <a:ext cx="11094415" cy="1188720"/>
          </a:xfrm>
          <a:prstGeom prst="rect">
            <a:avLst/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98348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钩子承诺必须兑现得了</a:t>
            </a:r>
            <a:r>
              <a:rPr lang="en-US" sz="18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850" b="1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</a:t>
            </a:r>
            <a:r>
              <a:rPr lang="en-US" sz="18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："秒回""当天给价""免费上门"做不到，就是差评和投诉；钩子里也不写"最高价"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722559" y="658368"/>
            <a:ext cx="920496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22559" y="658368"/>
            <a:ext cx="920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3.3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87547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各路径的导流路径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110944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20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抖音：评论区、私信、主页、企业号组件，四条路分别怎么走</a:t>
            </a:r>
            <a:endParaRPr lang="en-US" sz="20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20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小红书、闲鱼、点评、快手、视频号各自的安全导流方式</a:t>
            </a:r>
            <a:endParaRPr lang="en-US" sz="20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20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不被判站外引流的表述方式与跳转设计</a:t>
            </a:r>
            <a:endParaRPr lang="en-US" sz="20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20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付费投放的留资承接：表单、私信、电话，各自怎么接</a:t>
            </a:r>
            <a:endParaRPr lang="en-US" sz="20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20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线下场景：门店、活动、地推、异业推荐的客户怎么接</a:t>
            </a:r>
            <a:endParaRPr lang="en-US" sz="20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20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哪些动作一做就限流</a:t>
            </a:r>
            <a:endParaRPr lang="en-US" sz="20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20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各平台的导流规则定期复查，规则一变，话术跟着改</a:t>
            </a:r>
            <a:endParaRPr lang="en-US" sz="2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3.4A–B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619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加微信这一步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申请话术怎么写，通过率能差一倍</a:t>
            </a:r>
            <a:endParaRPr lang="en-US" sz="20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通过后的第一句话 —— 直接决定后面能不能聊下去</a:t>
            </a:r>
            <a:endParaRPr lang="en-US" sz="20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26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前三十秒做什么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3423818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3383280"/>
            <a:ext cx="32775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问品类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027322" y="3794760"/>
            <a:ext cx="301752" cy="0"/>
          </a:xfrm>
          <a:prstGeom prst="line">
            <a:avLst/>
          </a:prstGeom>
          <a:noFill/>
          <a:ln w="25400">
            <a:solidFill>
              <a:srgbClr val="8F6E3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83938" y="3383280"/>
            <a:ext cx="3423818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57090" y="3383280"/>
            <a:ext cx="32775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要图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862621" y="3794760"/>
            <a:ext cx="301752" cy="0"/>
          </a:xfrm>
          <a:prstGeom prst="line">
            <a:avLst/>
          </a:prstGeom>
          <a:noFill/>
          <a:ln w="25400">
            <a:solidFill>
              <a:srgbClr val="8F6E3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219237" y="3383280"/>
            <a:ext cx="3423818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2389" y="3383280"/>
            <a:ext cx="32775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约定什么时候给价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5720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为什么这一步不能报价：没看清货就给数字，后面每次调价都在削自己的信任</a:t>
            </a:r>
            <a:endParaRPr lang="en-US" sz="2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3.4A–B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619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加微信这一步（续）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00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备注与标签体系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2072579" cy="77724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2057400"/>
            <a:ext cx="19262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来源（哪条路径）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804099" y="2057400"/>
            <a:ext cx="2072579" cy="777240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77251" y="2057400"/>
            <a:ext cx="19262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品类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59558" y="2057400"/>
            <a:ext cx="2072579" cy="777240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32710" y="2057400"/>
            <a:ext cx="19262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意向度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15017" y="2057400"/>
            <a:ext cx="2072579" cy="777240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88169" y="2057400"/>
            <a:ext cx="19262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报价记录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570476" y="2057400"/>
            <a:ext cx="2072579" cy="777240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43628" y="2057400"/>
            <a:ext cx="19262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成交状态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063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通过后的响应时效：什么时间段必须多快回，超过多久线索就冷了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11094415" cy="1188720"/>
          </a:xfrm>
          <a:prstGeom prst="rect">
            <a:avLst/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84048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识别伪装成客户的同行</a:t>
            </a: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800" b="1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</a:t>
            </a: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：只问价不发图、问的全是行情和渠道、朋友圈一看就是同行——三个信号，套价的完整应对在 6.3.2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5029200"/>
            <a:ext cx="11094415" cy="105156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516636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标签里的"来源"必须记到路径级别，否则第六站复购环节（6.6.4）算不出哪条路径真正带来了成交，all in 的对错就无从验证。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457200"/>
            <a:ext cx="9905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15258" cy="320040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2011680"/>
            <a:ext cx="31129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834640"/>
            <a:ext cx="311292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两人一组，对练加微申请话术和通过后的第一句话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338218" y="1828800"/>
            <a:ext cx="3515258" cy="320040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39386" y="2011680"/>
            <a:ext cx="31129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539386" y="2834640"/>
            <a:ext cx="311292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现场把标签体系建完，导入前 20 个已有好友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127797" y="1828800"/>
            <a:ext cx="3515258" cy="320040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8965" y="2011680"/>
            <a:ext cx="31129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8328965" y="2834640"/>
            <a:ext cx="311292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现场做一次私域号归属登记：每个号在谁名下、谁在用、密码谁管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722559" y="658368"/>
            <a:ext cx="920496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22559" y="658368"/>
            <a:ext cx="920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3.5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43567" y="658368"/>
            <a:ext cx="969264" cy="384048"/>
          </a:xfrm>
          <a:prstGeom prst="roundRect">
            <a:avLst>
              <a:gd name="adj" fmla="val 14286"/>
            </a:avLst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43567" y="65836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 新增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457200"/>
            <a:ext cx="779647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本站风控：私域承接的错误点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5361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承接的错，要么把人漏掉，要么把号和客户一起丢掉。后一种更致命：号封了、人走了，前面所有路径攒的人一次清零。</a:t>
            </a:r>
            <a:endParaRPr lang="en-US" sz="1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11094415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474720"/>
                <a:gridCol w="3566160"/>
                <a:gridCol w="332201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常见错误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最坏会怎样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怎么防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01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钩子只图量，"免费鉴定"吸来一堆只鉴不卖的人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时间被白嫖党耗光，真卖家反而接不住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钩子对准卖家动机（3.2）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02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钩子承诺兑现不了："秒回""当天给价""最高价"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差评、投诉，严重的算虚假宣传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只承诺做得到的（3.2）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03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私信直接甩微信号、评论区留联系方式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限流、封号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各平台的安全导流方式（3.3）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04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通过好友第一句话就报价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被锚定，之后每次调价都在削信任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前三十秒只问品类、要图、约给价时间（3.4）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05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加了不打标签，不记来源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算不出哪条路有效，all in 的对错无从验证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标签体系，来源记到路径级（3.4）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722559" y="658368"/>
            <a:ext cx="920496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22559" y="658368"/>
            <a:ext cx="920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3.5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43567" y="658368"/>
            <a:ext cx="969264" cy="384048"/>
          </a:xfrm>
          <a:prstGeom prst="roundRect">
            <a:avLst>
              <a:gd name="adj" fmla="val 14286"/>
            </a:avLst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43567" y="65836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 新增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457200"/>
            <a:ext cx="779647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本站风控：私域承接的错误点（续）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474720"/>
                <a:gridCol w="3566160"/>
                <a:gridCol w="332201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常见错误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最坏会怎样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怎么防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06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加进来隔两天才回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线索冷掉，客户去了别家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定响应时效（3.4）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07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私域号挂在员工或出镜人名下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人一走，客户全带走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号归老板或公司，登记在册（3.1）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08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所有客户压在一个号上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一次封号全部归零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矩阵加定期备份（3.1）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用外挂、群发软件、多开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封号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手动操作，批量需求用企业微信（3.1）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客户身份证、住址存在相册里、随手转发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信息泄露，违法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敏感信息单独存、限权限（3.1）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分不出伪装成客户的同行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图、价、客户被套走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三个识别信号（3.4）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社群没有群规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群里有人被骗，反过来怪你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群规、入群审核、清群（3.1）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722559" y="658368"/>
            <a:ext cx="920496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22559" y="658368"/>
            <a:ext cx="920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3.5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87547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 · 找错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64328" cy="301752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011680"/>
            <a:ext cx="4961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834640"/>
            <a:ext cx="4961992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给十条导流话术，分成"安全 / 会限流 / 会封号"三类，把后两类改成安全版本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278728" y="1828800"/>
            <a:ext cx="5364328" cy="301752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79896" y="2011680"/>
            <a:ext cx="4961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479896" y="2834640"/>
            <a:ext cx="4961992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对照上表逐条检查自己的号：归属、备份、标签、信息存储，哪条没做到当场补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2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第三站 · 出课标准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365760" cy="365760"/>
          </a:xfrm>
          <a:prstGeom prst="ellipse">
            <a:avLst/>
          </a:prstGeom>
          <a:solidFill>
            <a:srgbClr val="E3C98F"/>
          </a:solidFill>
          <a:ln w="12700">
            <a:solidFill>
              <a:srgbClr val="E3C9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463040"/>
            <a:ext cx="4769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四种钩子话术各一版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65760" cy="365760"/>
          </a:xfrm>
          <a:prstGeom prst="ellipse">
            <a:avLst/>
          </a:prstGeom>
          <a:solidFill>
            <a:srgbClr val="E3C98F"/>
          </a:solidFill>
          <a:ln w="12700">
            <a:solidFill>
              <a:srgbClr val="E3C9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377440"/>
            <a:ext cx="4769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已建好并导入真实好友的标签体系（含路径来源标签）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474720"/>
            <a:ext cx="365760" cy="365760"/>
          </a:xfrm>
          <a:prstGeom prst="ellipse">
            <a:avLst/>
          </a:prstGeom>
          <a:solidFill>
            <a:srgbClr val="E3C98F"/>
          </a:solidFill>
          <a:ln w="12700">
            <a:solidFill>
              <a:srgbClr val="E3C9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291840"/>
            <a:ext cx="4769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现场对练通过的加微开场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78728" y="1645920"/>
            <a:ext cx="365760" cy="365760"/>
          </a:xfrm>
          <a:prstGeom prst="ellipse">
            <a:avLst/>
          </a:prstGeom>
          <a:solidFill>
            <a:srgbClr val="E3C98F"/>
          </a:solidFill>
          <a:ln w="12700">
            <a:solidFill>
              <a:srgbClr val="E3C9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78728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827368" y="1463040"/>
            <a:ext cx="4769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一张私域号归属登记表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78728" y="2560320"/>
            <a:ext cx="365760" cy="365760"/>
          </a:xfrm>
          <a:prstGeom prst="ellipse">
            <a:avLst/>
          </a:prstGeom>
          <a:solidFill>
            <a:srgbClr val="E3C98F"/>
          </a:solidFill>
          <a:ln w="12700">
            <a:solidFill>
              <a:srgbClr val="E3C98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78728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827368" y="2377440"/>
            <a:ext cx="4769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导流话术合规自查一遍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480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983480"/>
            <a:ext cx="1109441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承接诊断表（7 张可填写的表，Word 版在 word 文件夹） · 钩子话术表 · 各路径导流 SOP · 微信标签体系模板 · 私域矩阵搭建手册 · 私域号归属登记表 · 客户信息存储规范 · 社群群规模板 · 承接错误清单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第三站 · 承接</dc:title>
  <dc:subject>PptxGenJS Presentation</dc:subject>
  <dc:creator>PptxGenJS</dc:creator>
  <cp:lastModifiedBy>PptxGenJS</cp:lastModifiedBy>
  <cp:revision>1</cp:revision>
  <dcterms:created xsi:type="dcterms:W3CDTF">2026-09-29T01:18:13Z</dcterms:created>
  <dcterms:modified xsi:type="dcterms:W3CDTF">2026-09-29T01:18:13Z</dcterms:modified>
</cp:coreProperties>
</file>