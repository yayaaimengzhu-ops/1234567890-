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二手奢侈品回收 · 全渠道全链路课程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第二站 · 获客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五条路并排讲，选一条 all 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3611880"/>
            <a:ext cx="1168400" cy="411480"/>
          </a:xfrm>
          <a:prstGeom prst="roundRect">
            <a:avLst>
              <a:gd name="adj" fmla="val 13333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611880"/>
            <a:ext cx="116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重点交付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五条路径与 all in 逻辑 · 2.2 关系路径 · 2.3 内容路径 · 2.4 付费路径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 本地路径 · 2.6 平台路径 · 2.7 路径横评与进阶 · 2.8 本站风控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五条路径全部讲到能独立跑通，一条都不省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72579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4028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15768"/>
            <a:ext cx="167024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04099" y="1691640"/>
            <a:ext cx="2072579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05267" y="187452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05267" y="224028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005267" y="2715768"/>
            <a:ext cx="167024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59558" y="1691640"/>
            <a:ext cx="2072579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0726" y="187452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260726" y="224028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260726" y="2715768"/>
            <a:ext cx="167024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017" y="1691640"/>
            <a:ext cx="2072579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16185" y="187452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16185" y="224028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516185" y="2715768"/>
            <a:ext cx="167024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570476" y="1691640"/>
            <a:ext cx="2072579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71644" y="1874520"/>
            <a:ext cx="167024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71644" y="2240280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9771644" y="2715768"/>
            <a:ext cx="167024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47472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但不是让每个人都全做</a:t>
            </a: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——第一站盘出来的那三张牌，决定你 all in 哪一条。</a:t>
            </a:r>
            <a:endParaRPr lang="en-US" sz="22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短视频是内容路径里的一支，是主流，不是默认答案。</a:t>
            </a:r>
            <a:endParaRPr lang="en-US" sz="22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每条路都配风控要点：走哪条路，就先知道这条路会在哪里翻车。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2.1A–B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五条路径与 all in 逻辑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路径全景</a:t>
            </a:r>
            <a:endParaRPr lang="en-US" sz="1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880360"/>
                <a:gridCol w="1051560"/>
                <a:gridCol w="777240"/>
                <a:gridCol w="1325880"/>
                <a:gridCol w="1508760"/>
                <a:gridCol w="23618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启动成本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天花板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稳定性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最大的坑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有人脉、有职业身份、有行业关系、有老客户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几乎为零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一次群发烧光熟人信任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愿意出镜，或身边有人能出镜，有时间产出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低（依赖平台）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违规文案封号；出镜人一走号就废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付费路径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有预算、要速度、承接能力已经跑通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最快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中（花钱就有）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承接没通就烧钱，不设止损线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有门店、有本地资源、跑得动腿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中（受区域限）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刷评被罚；上门没有安全流程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平台路径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会写文案、有耐心、想零成本起步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几乎为零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被骗去站外交易，被封号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2.1A–B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把第一站校验过的三张牌摊开，对着上表选，</a:t>
            </a: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牌在哪条路上，就走哪条路</a:t>
            </a:r>
            <a:endParaRPr lang="en-US" sz="21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三个否决项：这条路你有没有时间、有没有钱、能不能坚持三个月</a:t>
            </a:r>
            <a:endParaRPr lang="en-US" sz="21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选不出来怎么办：默认走关系路径起步，因为它最快见到第一单，第一单能救活很多人的信心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094415" cy="146304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48056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把输得起放进去比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20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：同样有牌，选你输得起的那条——关系路径输的是人情，付费路径输的是钱，内容路径输的是时间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2.1A–B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in 是什么意思，不是什么意思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410048" cy="14630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828800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13432"/>
            <a:ext cx="500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第一个月 80% 的时间和预算压在这一条上，把它跑到有数据可分析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3008" y="1645920"/>
            <a:ext cx="5410048" cy="14630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4176" y="1828800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2313432"/>
            <a:ext cx="500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其他四条永不碰。承接、转化、私域这些公共动作，无论走哪条路都要做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什么时候该加第二条路：第一条跑出稳定数据、且已经出现瓶颈信号</a:t>
            </a:r>
            <a:endParaRPr lang="en-US" sz="18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什么时候该换路：三个可量化的止损口径，别拿"再坚持一下"骗自己</a:t>
            </a:r>
            <a:endParaRPr lang="en-US" sz="18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为什么不要一上来五条全铺：每条路都有学习成本和冷启动期，五条同时冷启动等于五条都启动不了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94415" cy="1234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029200"/>
            <a:ext cx="10637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这一节是第二站的分流器，也是整门课核心主张的落点。讲完它，学员应该能当场说出："我走 X 路径，因为我手上有 Y，我第一个月的动作是 Z。"说不出来的，退回第一站重盘。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768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5768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672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672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576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576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8480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480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045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032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032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最快出单、成本最低、唯一不依赖平台的一条路。手上有牌的人，第一个月的正确动作是把这些牌跑一遍，而不是从零开始攒粉丝。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存量激活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异业联盟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圈层渗透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同行与上下游转介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关系路径风控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存量激活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通讯录与微信好友：第一条群发怎么写、发给谁、什么时间发、发几轮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朋友圈铺垫：正式开口前的两周该发什么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亲友第一单：怎么让第一单不欠人情、价怎么报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被拒绝、被冷处理、被误解成微商，分别怎么接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老客户名单激活：做过其他生意的客户怎么转过来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职业身份变现：把现在的工作圈变成货源，边界在哪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已有账号改造：有粉丝的账号怎么转型不掉粉，是改造还是另起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已有门店客流：现有生意的进店客户怎么顺带问一句</a:t>
            </a:r>
            <a:endParaRPr lang="en-US" sz="19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什么资源不能碰：会消耗核心信任的、会影响本职工作的</a:t>
            </a:r>
            <a:endParaRPr lang="en-US" sz="1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异业联盟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对接名单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11680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典当行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94955" y="2011680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68107" y="2011680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41270" y="2011680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14422" y="2011680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修表店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87585" y="2011680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60737" y="2011680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洗护店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33900" y="2011680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7052" y="2011680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名品折扣店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2578608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578608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美容院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94955" y="2578608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68107" y="2578608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会所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41270" y="2578608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14422" y="2578608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房产中介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87585" y="2578608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60737" y="2578608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33900" y="2578608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7052" y="2578608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二手车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145536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婚庆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94955" y="3145536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68107" y="3145536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律师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41270" y="3145536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14422" y="3145536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287585" y="3145536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737" y="3145536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高端健身房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33900" y="3145536"/>
            <a:ext cx="2109155" cy="475488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7052" y="3145536"/>
            <a:ext cx="19628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月子中心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886200"/>
            <a:ext cx="1109441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异业分层：哪些出货量大、哪些客单高、先谈哪一批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第一次上门怎么开口 —— 逐字话术，当场演练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分成比例怎么谈、怎么结算、要不要签协议</a:t>
            </a:r>
            <a:endParaRPr lang="en-US" sz="19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给合作方什么物料：台卡、二维码、宣传单、样品册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异业联盟（续）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长期怎么维护、怎么防止被跳单</a:t>
            </a:r>
            <a:endParaRPr lang="en-US" sz="21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从单点合作到联盟网络：怎么滚到二十家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410048" cy="2468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3429000"/>
            <a:ext cx="50077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异业合作协议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8.3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：分成、结算、跳单条款、保密——逐条讲关键点和常见坑，现场填自己的信息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33008" y="3154680"/>
            <a:ext cx="5410048" cy="2468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4176" y="3429000"/>
            <a:ext cx="500771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渠道跳单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8.10</a:t>
            </a: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：异业跳单、客户跳单、员工跳单的防范——合作方截留客户自己收、客户绕过你直接找合作方、员工私下对接合作方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圈层渗透 · 同行与上下游转介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2.2.3 圈层渗透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商会、老乡会、车友会、宝妈群、业主群、健身房、宠物群、兴趣圈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进圈的方式：先做人再做生意，多久才能开口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在群里怎么被记住又不惹人烦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线下活动与聚会的转化动作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2.2.4 同行与上下游转介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同行为什么会给你客户：吃不下的货、不做的品类、异地的单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怎么进同行圈、怎么建立互给客户的关系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上下游转介：维修保养、清洗改色、鉴定机构、拍卖行的溢出客户</a:t>
            </a:r>
            <a:endParaRPr lang="en-US" sz="18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8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上门回收平台的接单与加盟模式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关系路径风控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群发一次发给所有人、朋友圈天天硬广：被当成微商，存量信任一次烧光——存量是这条路唯一的本钱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亲友和熟人的货一样走验货和兜底：熟人的货出了问题，赔的是钱，伤的是关系；熟人也是最容易让你省步骤的人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职业身份变现的红线：不拿本职工作接触到的客户资料去开发，银行、保险、医美、物业尤其敏感，轻则丢工作，重则违法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异业推来的货出了问题谁负责：写进合作协议，别让合作方的信誉替你兜底，也别替合作方兜底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同行转介的单先想动机：是真的吃不下，还是甩给你一件问题货、一个难缠的客户，或者借机套价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进圈层先做人：进群就发广告，被踢、被标记，这个圈子就永久关门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上门回收平台的加盟：交加盟费之前先核实真实派单量，能先试单就别先交钱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2.2A–E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 · 30 天目标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跑完存量名单一轮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066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06624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谈成 3–5 家异业并出物料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216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21608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2 个本地圈层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3659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第一单来自现有关系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768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5768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672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672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576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576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8480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480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045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032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032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现在的主流，天花板最高，但见效最慢、最依赖平台。走这条路要有产出能力——自己出镜，或者身边有人能出镜。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0235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平台选择与账号搭建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982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选题与钩子承接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97296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44768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出镜与出镜分工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46778" y="510235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出镜人风险与降依赖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46778" y="544982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2.3.5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46778" y="5797296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2.3.6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剪辑与发布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246778" y="6144768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2.3.7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944917" y="510235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2.3.8  </a:t>
            </a: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账号安全与内容合规（必讲）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944917" y="5449824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2.3.9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944917" y="5797296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2.3.10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内容种草平台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平台选择与账号搭建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抖音、快手、视频号、小红书各自的人群和回收属性，先做哪个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个人号还是企业号，认证要不要做，营业执照有什么用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头像、昵称、简介、背景图、置顶视频 —— 怎么带关键词、带地域、带信任状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本地定位与 POI 设置，同城流量怎么吃到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一个人做几个号：主号做人设，矩阵号铺量</a:t>
            </a:r>
            <a:endParaRPr lang="en-US" sz="20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0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新号怎么养、前七天发什么</a:t>
            </a:r>
            <a:endParaRPr lang="en-US" sz="2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2.3.2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选题与钩子承接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五类必出量选题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116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真假对比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04099" y="201168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7251" y="20116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现场估价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059558" y="201168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32710" y="20116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差价揭秘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017" y="201168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88169" y="20116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避坑指南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570476" y="2011680"/>
            <a:ext cx="207257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43628" y="2011680"/>
            <a:ext cx="19262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客户故事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1089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回收类高转化选题："你家有没有这个""这个现在能卖多少""我给她开了多少钱"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每一类选题绑定的钩子和评论区动作</a:t>
            </a: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写选题时就把导流路径写完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对标账号怎么拆：找同行、扒爆款、看评论区、走一遍他的转化路径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攒自己的选题库：一百条选题怎么来，怎么循环用</a:t>
            </a:r>
            <a:endParaRPr lang="en-US" sz="19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爆款改编：同一个选题换品类、换价位、换人群，能出十条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2.3.3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三种结构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68142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011680"/>
            <a:ext cx="15351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黄金三秒开头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367229" y="2011680"/>
            <a:ext cx="168142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0381" y="2011680"/>
            <a:ext cx="15351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痛点提问式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185818" y="2011680"/>
            <a:ext cx="1681429" cy="77724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58970" y="2011680"/>
            <a:ext cx="15351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悬念反转式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24448" y="1572768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口播脚本模板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24448" y="2011680"/>
            <a:ext cx="149854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97600" y="2011680"/>
            <a:ext cx="13522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877861" y="240030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34477" y="2011680"/>
            <a:ext cx="149854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7629" y="2011680"/>
            <a:ext cx="13522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787890" y="240030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44506" y="2011680"/>
            <a:ext cx="1498549" cy="77724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17658" y="2011680"/>
            <a:ext cx="135224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324448" y="286207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每段多长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66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逐字稿怎么写，一条视频写多少字合适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引导话术怎么埋：哪句话能引来私信，哪句话会被限流</a:t>
            </a: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批量写脚本：提示词怎么给，怎么改成自己的口气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出镜与出镜分工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不擅长出镜完全不影响做内容路径。</a:t>
            </a:r>
            <a:r>
              <a:rPr lang="en-US" sz="21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四种做法，按自己的条件选。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636444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65176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做法一 · 不露脸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182112"/>
            <a:ext cx="2234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货品特写 + 手部出镜 + 字幕配音，回收类内容天然适合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367964" y="2468880"/>
            <a:ext cx="2636444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9132" y="265176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做法二 · 图文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9132" y="3182112"/>
            <a:ext cx="2234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图文口播、笔记形式，小红书和视频号都吃得开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187288" y="2468880"/>
            <a:ext cx="2636444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8456" y="265176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做法三 · AI 分身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88456" y="3182112"/>
            <a:ext cx="2234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数字人的适用场景与明显短板，什么内容能用什么不能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9006611" y="2468880"/>
            <a:ext cx="2636444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07779" y="265176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做法四 · 找人出镜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07779" y="3182112"/>
            <a:ext cx="22341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下面展开</a:t>
            </a:r>
            <a:endParaRPr lang="en-US" sz="1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找人出镜怎么做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找谁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：合伙人、配偶、亲戚、朋友、雇的兼职、专业口播，五种关系的稳定性和成本对比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对方需要具备什么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：不需要懂行，需要的是镜头感、配合度、稳定性——懂行的是你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怎么谈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：按条给钱、按月给钱、给业绩分成、给股份，各自适合什么关系，别一上来就谈股份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分工怎么定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：你出选题、脚本和专业判断，他出脸和表达；剪辑、发布、接私信各归谁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怎么让不懂行的人把专业内容讲对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：脚本颗粒度到什么程度、要不要提词器、拍前对稿、哪几句话一个字都不能改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拍摄配合流程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：一次拍几条、多久拍一次、怎么提高单次拍摄效率、卡壳了怎么办</a:t>
            </a:r>
            <a:endParaRPr lang="en-US" sz="18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</a:t>
            </a: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：对方拍着拍着不想拍了、要涨价、临时放鸽子、越拍越敷衍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36687" y="658368"/>
            <a:ext cx="2420112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36687" y="658368"/>
            <a:ext cx="242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8.3 · 8.8 · 8.11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0895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出镜人风险与降依赖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53186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人设绑定风险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：粉丝认人不认号，人走了账号就废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账号、素材、粉丝的归属怎么约定，肖像使用怎么授权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肖像使用授权：拍了的素材他走之后还能不能用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出镜人合作协议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：报酬、账号与素材归属、肖像授权、退出交接、竞业约定——本节给模板，开拍之前现场填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中途涨价、要挟、消极配合怎么处理</a:t>
            </a:r>
            <a:endParaRPr lang="en-US" sz="195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691640"/>
            <a:ext cx="531860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出镜人自己想单干了怎么办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降依赖的四个做法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：多人出镜、部分内容不露脸、账号定位偏内容不偏个人、同步把粉丝沉到私域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真出问题了怎么换人：过渡期怎么发、怎么跟粉丝交代</a:t>
            </a:r>
            <a:endParaRPr lang="en-US" sz="19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出镜人突然走人的第一小时：改密码、收回后台和收款权限、备份素材、定好对外口径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2.3.4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自己出镜的基本功（给愿意出镜的人）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110944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镜头感：语速、停顿、重音、眼神落点</a:t>
            </a:r>
            <a:endParaRPr lang="en-US" sz="22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口条不好、方言重、不上镜，分别怎么补救</a:t>
            </a:r>
            <a:endParaRPr lang="en-US" sz="22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现场收货怎么拍：怎么跟客户开口、拍哪几个镜头、隐私怎么处理</a:t>
            </a:r>
            <a:endParaRPr lang="en-US" sz="2200" dirty="0"/>
          </a:p>
          <a:p>
            <a:pPr marL="228600" indent="-228600">
              <a:spcAft>
                <a:spcPts val="2400"/>
              </a:spcAft>
              <a:buSzPct val="100000"/>
              <a:buChar char="•"/>
            </a:pPr>
            <a:r>
              <a:rPr lang="en-US" sz="22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一条视频拍几遍算正常，怎么快速过稿不磨叽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 · 剪辑与发布 · 数据复盘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2.3.5 拍摄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设备清单：手机、补光、支架、拍摄台、背景布，总共花多少钱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货品怎么拍好看：布光、角度、细节特写（logo、五金、皮质、机芯、钢印）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场景选择：店里、桌面、外景，各自适合什么内容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38218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6818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2.3.6 剪辑与发布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剪映基础：分割、变速、字幕、卡点、转场，够用就行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封面与标题怎么做，标题里哪些词不能出现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话题标签、定位、发布时间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一条内容怎么改成图文，同步发到几个平台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多平台分发的节奏与差异化改造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127797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2.3.7 数据复盘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只看五个数：完播率、互动率、主页访问率、转粉率、私信量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数据不行是哪一步的问题：开头、中段还是结尾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每周复盘表怎么填，连续两周不动怎么调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2.3.8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48751" y="658368"/>
            <a:ext cx="1908048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48751" y="658368"/>
            <a:ext cx="1908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8.7 · 8.11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601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账号安全与内容合规（必讲）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违禁词清单：回收、收购、高价、暴利、假货、品牌词的替代表述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违禁词深化：平台规则的更新节奏，怎么自己查最新规则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虚假宣传风险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："保真""正品保证""最高价""行业第一"这类表述的法律与平台风险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素材侵权：品牌图、他人视频、背景音乐的使用边界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客户隐私：拍客户、拍身份证、发成交实拍的边界与授权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价格承诺与实际报价不符引发的投诉：视频里的现场估价只给区间和前提，和第六站的报价口径对齐</a:t>
            </a:r>
            <a:endParaRPr lang="en-US" sz="1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2.3.8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448751" y="658368"/>
            <a:ext cx="1908048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48751" y="658368"/>
            <a:ext cx="1908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8.7 · 8.11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6016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账号安全与内容合规（必讲）（续）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真假对比类内容的边界：只讲特征，不点名具体卖家和店铺，不对别人的货下公开结论——说错一次就是纠纷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常见限流原因与自查方法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被限流、降权、封号，或被平台处罚了怎么处理：处理流程与申诉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备用号与养号，不要把身家压在一个账号上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账号资产保全：多平台备份、私域沉淀、素材本地存档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账号被封的第一小时：固定违规通知和申诉材料、备用号接力、给私域里的老客户一个统一口径</a:t>
            </a:r>
            <a:endParaRPr lang="en-US" sz="1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 · 内容种草平台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2.3.9 直播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直播间讲什么：现场估价、连麦鉴定、开箱验货、货品讲解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开播准备：设备、场景、话术脚本、开播时间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怎么把人留住、怎么引到微信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直播间收货与寄卖的玩法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直播违规红线与封禁处理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2.3.10 内容种草平台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小红书：笔记结构、封面、标题、正文、评论区维护、本地关键词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素人号铺量：几个号、发什么、怎么不被判营销号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知乎：长尾问答，回收类问题怎么答能带来搜索流量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公众号与视频号：内容沉淀与搜索卡位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各平台的导流政策差异，同一条内容分别怎么改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2.3A–G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 · 30 天目标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9905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账号改完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642616"/>
            <a:ext cx="1109441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642616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42616"/>
            <a:ext cx="9905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稳定日更或隔日更满 30 天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1109441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593592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593592"/>
            <a:ext cx="9905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选题库跑完一轮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544568"/>
            <a:ext cx="1109441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44568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44568"/>
            <a:ext cx="9905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有可分析的数据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5495544"/>
            <a:ext cx="1109441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495544"/>
            <a:ext cx="548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495544"/>
            <a:ext cx="99056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出镜方案落定（自己 / 找人 / 不露脸）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768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5768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672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672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576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576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8480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480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045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0320" y="3246120"/>
            <a:ext cx="974344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0320" y="3246120"/>
            <a:ext cx="974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有预算、要速度的人走这条。逻辑其实简单——花钱买曝光，关键在会算账和会承接。各平台的具体操作走分册手册，正课讲通用逻辑。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付费路径风控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什么阶段该投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：承接和转化没跑通之前投了也是白投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投什么目标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：涨粉、私信、到店、留资，目标不同打法完全不同</a:t>
            </a:r>
            <a:endParaRPr lang="en-US" sz="20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预算怎么定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：从多少钱开始试、单日上限、亏多少就停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37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各投放口径速览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384048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 DOU+ 与千川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367964" y="384048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1116" y="384048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小红书薯条与聚光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87288" y="384048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0440" y="384048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大众点评推广通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006611" y="384048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79763" y="384048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美团推广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470916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百度竞价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367964" y="470916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41116" y="470916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朋友圈广告与本地推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87288" y="4709160"/>
            <a:ext cx="2636444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0440" y="4709160"/>
            <a:ext cx="24901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快手粉条磁力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付费路径（续）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人群定向的通用逻辑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：同城、年龄、兴趣、相似达人，回收行业的人群怎么框</a:t>
            </a:r>
            <a:endParaRPr lang="en-US" sz="20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素材与落地页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：投放素材和自然流素材的区别，落地页承接什么</a:t>
            </a:r>
            <a:endParaRPr lang="en-US" sz="20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 核算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：花了多少钱、来了多少私信、成了几单、单个有效客户成本是多少</a:t>
            </a:r>
            <a:endParaRPr lang="en-US" sz="20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止损与加码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：什么时候该加预算、什么时候必须停投、投流账本怎么记</a:t>
            </a:r>
            <a:endParaRPr lang="en-US" sz="20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自然流与付费流的关系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：投流会不会毁账号</a:t>
            </a:r>
            <a:endParaRPr lang="en-US" sz="200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换个平台怎么快速上手：信息流广告的通用框架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付费路径风控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投放合规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6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迁自 8.7</a:t>
            </a: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：付费投放的素材审核与行业资质要求</a:t>
            </a:r>
            <a:endParaRPr lang="en-US" sz="20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代运营、代投公司的坑：承诺保量、账户开在对方名下、数据不给看——账户和数据必须在自己手里</a:t>
            </a:r>
            <a:endParaRPr lang="en-US" sz="20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只看线索成本、不看成交成本：便宜的线索里可能全是白嫖和同行</a:t>
            </a:r>
            <a:endParaRPr lang="en-US" sz="20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投放素材和落地页里的价格承诺，要和第六站的报价口径对齐：投放说"高价"，收货时压价，就是投诉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 · 30 天目标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跑完一轮试投并算出单个有效客户成本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066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06624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确定继续加码还是换路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216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21608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投流账本连续记满 30 天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768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5768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672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672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576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576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8480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480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045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032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032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2.5A–B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有门店、有本地资源、跑得动腿的人走这条。区域内做透了，稳定性仅次于关系路径。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地图与本地搜索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点评与美团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地推与活动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本地路径风控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2.5A–B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地图与本地搜索 · 点评与美团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2.5.1 地图与本地搜索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高德、百度地图商户认领与信息完善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店铺名怎么起 —— 带关键词、带地域，直接影响本地搜索排名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地图推广的投放方式与成本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没有实体店能不能上地图，怎么合规处理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2.5.2 点评与美团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商户入驻：资质、类目选择、门店信息怎么填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头图、相册、服务项目怎么配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图文笔记发什么、多久发一次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评价体系：前二十条评价怎么攒，后面怎么维护，差评怎么处理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抖音团购与 POI：到店券怎么设计，回收行业怎么用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线上咨询怎么接、到店怎么转化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2.5A–B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 · 地推与活动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2.5.3 门店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选址、门头、橱窗，门店本身就是获客工具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进店转化动作：怎么接、怎么问、怎么留联系方式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没有店怎么办：共享工位、写字楼小办公室、上门服务的信任建立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33008" y="1600200"/>
            <a:ext cx="541004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810512"/>
            <a:ext cx="495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2.5.4 地推与活动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42316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免费估价活动、社区活动、商场快闪怎么办：场地怎么谈、物料准备、现场话术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展会与场景获客：车展、婚博会、珠宝展、高端小区业主活动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物业、会所、银行贵宾室、保险客户活动的合作方式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传单、社区广告位、电梯广告：还有没有用、怎么用、成本多少</a:t>
            </a:r>
            <a:endParaRPr lang="en-US" sz="180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地推的人效与转化率：一天跑多少家、留多少联系方式算正常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2.5A–B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本地路径风控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刷单、刷好评：点评和美团对刷评处罚很重，降权、屏蔽评价，严重的清退——前二十条评价用 2.5.2 的真办法攒</a:t>
            </a:r>
            <a:endParaRPr lang="en-US" sz="19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地图和点评上的资质、地址必须真实：虚报信息被举报就下架</a:t>
            </a:r>
            <a:endParaRPr lang="en-US" sz="19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地推物料和活动海报不写"最高价""全市第一"这类绝对化用语，不做保价承诺</a:t>
            </a:r>
            <a:endParaRPr lang="en-US" sz="19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活动场地的安全与责任：和物业、商场、银行合作之前，谁负责现场、出了纠纷算谁的，先写清</a:t>
            </a:r>
            <a:endParaRPr lang="en-US" sz="1900" dirty="0"/>
          </a:p>
          <a:p>
            <a:pPr marL="228600" indent="-228600">
              <a:spcAft>
                <a:spcPts val="15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上门服务先有安全流程再接单：出发前报备、共享定位、陌生偏僻地点不去（第六站 6.4.3 细讲）</a:t>
            </a:r>
            <a:endParaRPr lang="en-US" sz="1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2.5A–B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 · 30 天目标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地图与点评美团入驻完成并优化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066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06624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攒够前 10 条评价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216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21608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办完 1 场活动或跑完 20 家地推点位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3659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本地搜索能搜到自己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75768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75768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6672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6672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7576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7576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84800" y="502920"/>
            <a:ext cx="1071880" cy="384048"/>
          </a:xfrm>
          <a:prstGeom prst="roundRect">
            <a:avLst>
              <a:gd name="adj" fmla="val 14286"/>
            </a:avLst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84800" y="502920"/>
            <a:ext cx="107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4173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1945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604520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60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90320" y="3246120"/>
            <a:ext cx="1251712" cy="384048"/>
          </a:xfrm>
          <a:prstGeom prst="roundRect">
            <a:avLst>
              <a:gd name="adj" fmla="val 14286"/>
            </a:avLst>
          </a:prstGeom>
          <a:solidFill>
            <a:srgbClr val="26352E"/>
          </a:solidFill>
          <a:ln w="12700">
            <a:solidFill>
              <a:srgbClr val="3A4A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0320" y="3246120"/>
            <a:ext cx="1251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2.6A–B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88620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零成本起步，不用出镜、不用人脉、不用预算。会写文案、有耐心的人可以从这条路切进来。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2.6.1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2.6.2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转转与其他交易平台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46778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2.6.3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二手与寄卖平台的获客面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246778" y="5742432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2.6.4  </a:t>
            </a: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搜索与分类信息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944917" y="5394960"/>
            <a:ext cx="3515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B4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平台路径风控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2.6A–B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闲鱼为什么适合回收：买卖两端的流量在同一个池子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养号与权重：实名、芝麻信用、日常活跃度、发布节奏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求购帖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：发"高价求购"收货的完整做法，这是收货主力动作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出售帖</a:t>
            </a: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：标题关键词、主图、描述结构、价格锚定、擦亮节奏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主动开发：关键词搜卖家、私信开场话术、三句话判断意向真假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鱼塘、闲鱼直播、同城闲鱼各自怎么用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信用体系与买家保障，怎么用它建立信任</a:t>
            </a:r>
            <a:endParaRPr lang="en-US" sz="19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违规避坑：防封、防骗、交易安全、线下见面注意什么</a:t>
            </a:r>
            <a:endParaRPr lang="en-US" sz="1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2.6A–B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转转与其他交易平台 · 二手与寄卖平台的获客面 · 搜索与分类信息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2.6.2 转转与其他交易平台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转转与闲鱼的差异、验货宝、官方回收入口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抖音小店、快手小店、淘宝闲置：零售出口的反向获客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4338218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66818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2.6.3 二手与寄卖平台的获客面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得物、红布林、只二、心上、胖虎：既是出货渠道，也能带来卖家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平台回收入口怎么用，什么情况把客户导给平台反而更划算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阿里拍卖、京东拍卖：司法拍卖与低价捡漏的机会与风险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127797" y="1600200"/>
            <a:ext cx="3515258" cy="4526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810512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2.6.4 搜索与分类信息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23160"/>
            <a:ext cx="305805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微信搜一搜：公众号、视频号、小程序、朋友圈的搜索卡位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百度自然排名：官网、百家号、贴吧、知道的组合打法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 同城、赶集：发帖规则、置顶、防骗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本地论坛与生活网站</a:t>
            </a:r>
            <a:endParaRPr lang="en-US" sz="16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各搜索入口的关键词库怎么建</a:t>
            </a:r>
            <a:endParaRPr lang="en-US" sz="16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2.6A–B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平台路径风控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闲鱼常见骗局：假买家发钓鱼链接、诱导站外交易、"已拍下请改价"、冒充平台客服、要"保证金"——一律只走平台流程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被同行恶意举报、刷差评：留好交易记录，按平台申诉流程处理，不在评论区对骂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司法拍卖捡漏的边界：瑕疵不担保、不退不换，看不到实物的高价件别碰；拍来的货权属清楚，但品相要自己兜</a:t>
            </a:r>
            <a:endParaRPr lang="en-US" sz="1950" dirty="0"/>
          </a:p>
          <a:p>
            <a:pPr marL="228600" indent="-228600">
              <a:spcAft>
                <a:spcPts val="1700"/>
              </a:spcAft>
              <a:buSzPct val="100000"/>
              <a:buChar char="•"/>
            </a:pPr>
            <a:r>
              <a:rPr lang="en-US" sz="19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分类信息平台上的"急出""高价收"帖子，骗局比成交多：见面、验货、付款按第六站 6.4.3 的安全流程走</a:t>
            </a:r>
            <a:endParaRPr lang="en-US" sz="1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2.6A–B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 · 30 天目标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916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691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闲鱼号养起来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706624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066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706624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求购帖与出售帖各铺满一批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72160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21608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主动开发满 30 天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736592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736592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搜索入口卡位完成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466527" y="658368"/>
            <a:ext cx="1176528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6527" y="658368"/>
            <a:ext cx="117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2.7A–B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619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路径横评与进阶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五条路径的成本、周期、天花板、稳定性总表</a:t>
            </a:r>
            <a:endParaRPr lang="en-US" sz="19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哪些路径依赖平台（随时可能归零），哪些是自己的资产</a:t>
            </a:r>
            <a:endParaRPr lang="en-US" sz="19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第一条路跑出数据之后，第二条该加哪一条：常见的四种组合</a:t>
            </a:r>
            <a:endParaRPr lang="en-US" sz="19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什么信号说明该换路，什么信号说明只是还没到时候</a:t>
            </a:r>
            <a:endParaRPr lang="en-US" sz="19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多路径并行的前提：有人手，或者第一条已经自动化</a:t>
            </a:r>
            <a:endParaRPr lang="en-US" sz="19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五条路径的风险画像：哪条会封号、哪条会亏钱、哪条会伤关系，加第二条路时别叠加同一种风险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11094415" cy="13258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4937760"/>
            <a:ext cx="10637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这一站信息量最大，学员最容易的反应是回去什么都想做、结果什么都没做。收尾必须回到第一站的资源盘点表，把它压成一条路 + 一份 30 天动作清单 + 这条路的风控清单。私域沉淀移到了第三站开头（3.1），五条路在那里合流。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本站风控：获客阶段最常见的错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3619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获客的错分两类：一类是选路和节奏的错，浪费的是时间和钱；一类是合规的错，一次就可能把账号、口碑或合作关系清零。</a:t>
            </a:r>
            <a:endParaRPr lang="en-US" sz="17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五条路同时铺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五条都在冷启动，一条也跑不出数据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选一条，八成时间和预算压上去（2.1）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两周没反馈就换路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永远停在冷启动期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按三个止损口径判断，不凭感觉（2.1、2.7）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在已经证伪的路上"再坚持一下"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时间和钱继续漏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止损口径到了就换（2.1）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承接没跑通就引流、投钱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人来了接不住，钱全漏掉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先跑通第三、四站再加量（2.4）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本站风控：获客阶段最常见的错（续）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只看播放、粉丝、曝光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以为在进步，实际没有一个客户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盯私信量、加微数、成交来源（2.3.7）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文案写"最高价""保真""行业第一"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限流封号，被投诉虚假宣传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违禁词表与替代表述（2.3.8）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用品牌官图、别人的视频和音乐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侵权投诉、下架、索赔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自己拍，素材授权留档（2.3.8）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成交实拍、客户、身份证不打码不授权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隐私投诉，严重的吃官司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授权加打码（2.3.8）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视频里现场估价报高，实际收货压价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价格承诺不符被投诉，口碑崩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公开估价只给区间和前提（2.3.8）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出镜人没签协议就开拍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人走号废，素材不能用，粉丝跟人走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先签出镜人协议（2.3.4）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43567" y="658368"/>
            <a:ext cx="969264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43567" y="65836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964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本站风控：获客阶段最常见的错（续）</a:t>
            </a:r>
            <a:endParaRPr lang="en-US" sz="28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474720"/>
                <a:gridCol w="3566160"/>
                <a:gridCol w="33220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身家压在一个账号上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一次封号归零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备用号、私域沉淀、素材本地存档（2.3.8、3.1）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异业口头约定分成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跳单、结算扯皮、合作破裂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签异业合作协议（2.2.2）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刷好评、买粉、刷数据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平台处罚降权，被发现后信任归零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真评价的攒法（2.5.2）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找代运营代投，账户开在别人名下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钱花了，账户和数据都不在自己手里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账户和数据必须在自己名下（2.4）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闲鱼上跟着"买家"去站外交易、点陌生链接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被骗钱、被封号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只走平台流程（2.6）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熟人名单一次群发硬广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被当微商，存量信任一次烧光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朋友圈先铺垫两周，分批触达（2.2.1）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114300" marB="1143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22559" y="658368"/>
            <a:ext cx="92049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22559" y="658368"/>
            <a:ext cx="92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2.8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7547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· 找错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给十条真实文案、视频截图、闲鱼帖子，找出违禁词、虚假宣传和隐私问题，当场改成合规版本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278728" y="1828800"/>
            <a:ext cx="5364328" cy="3017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2011680"/>
            <a:ext cx="496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2834640"/>
            <a:ext cx="496199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每人写出自己所选路径最可能翻车的三件事与防法，同路径的学员互相补</a:t>
            </a:r>
            <a:endParaRPr lang="en-US" sz="2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第二站 · 出课标准 · 按路径分列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1435608"/>
            <a:ext cx="9722815" cy="6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一份写死的路径选择书——走哪条、因为手上有什么、第一个月的动作清单和数量 · 一份本路径风险清单（最可能翻车的三件事与防法）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9645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关系路径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2357933"/>
            <a:ext cx="9722815" cy="342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跑完的存量名单 + 已实际联系过的 5 家异业 + 物料一套 + 一份异业合作协议草稿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56255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内容路径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974543"/>
            <a:ext cx="9722815" cy="648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改完的账号 + 30 条带钩子选题 + 一条已发布内容 + 出镜方案落定 + 账号违禁词自查一遍（找人出镜的，加一份签好的出镜人协议）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8785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付费路径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896868"/>
            <a:ext cx="9722815" cy="342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试投预算与止损线 + 投流账本模板 + 一次已完成的试投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9519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本地路径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4513478"/>
            <a:ext cx="9722815" cy="342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地图与点评入驻完成 + 一份地推点位清单或活动方案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11801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平台路径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5130089"/>
            <a:ext cx="9722815" cy="342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养起来的闲鱼号 + 已发布的求购帖与出售帖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第二站 · 交付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获客诊断表（22 张可填写的表，Word 版在 word 文件夹）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103120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五路径对照决策表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548640" y="2898648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670048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路径选择书模板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3465576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236976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五份分路径 30 天落地表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803904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存量激活话术包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548640" y="4599432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4370832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家异业名单与上门逐字话术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48640" y="5166360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937760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异业合作协议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548640" y="5733288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04688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条选题库（含钩子承接列）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4246778" y="2331720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02810" y="2103120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脚本模板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4246778" y="2898648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02810" y="2670048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出镜人合作与协议模板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246778" y="3465576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2810" y="3236976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天起号流程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4246778" y="4032504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02810" y="3803904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违禁词表与平台合规手册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4246778" y="4599432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02810" y="4370832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投流实操手册（分平台）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246778" y="5166360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02810" y="4937760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投流 ROI 核算表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4246778" y="5733288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02810" y="5504688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地图与点评美团手册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7944917" y="2331720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0949" y="2103120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地推执行手册与物料清单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944917" y="2898648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00949" y="2670048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闲鱼手册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7944917" y="3465576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00949" y="3236976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搜索卡位手册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7944917" y="4032504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00949" y="3803904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各路径风控要点卡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7944917" y="4599432"/>
            <a:ext cx="109728" cy="109728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00949" y="4370832"/>
            <a:ext cx="33323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获客错误清单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第二站 · 获客</dc:title>
  <dc:subject>PptxGenJS Presentation</dc:subject>
  <dc:creator>PptxGenJS</dc:creator>
  <cp:lastModifiedBy>PptxGenJS</cp:lastModifiedBy>
  <cp:revision>1</cp:revision>
  <dcterms:created xsi:type="dcterms:W3CDTF">2026-09-29T01:22:34Z</dcterms:created>
  <dcterms:modified xsi:type="dcterms:W3CDTF">2026-09-29T01:22:34Z</dcterms:modified>
</cp:coreProperties>
</file>