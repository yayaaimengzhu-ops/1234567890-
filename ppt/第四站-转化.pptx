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二手奢侈品回收 · 全渠道全链路课程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第四站 · 转化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朋友圈养熟，私信把人聊开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微信号包装 · 4.2 朋友圈体系 · 4.3 私信问诊 · 4.4 隔屏看货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 跟进节奏与死单激活 · 4.6 本站风控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05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这一站只负责一件事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让客户愿意把货拿出来、把图发过来、愿意谈。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11094415" cy="13258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29184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鉴定在第五站、报价在第六站</a:t>
            </a:r>
            <a:r>
              <a:rPr lang="en-US" sz="21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——这里不下判断，也不给数字。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1094415" cy="132588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84632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它同时是风控的第一扇窗：货的来源有没有问题，往往在私信里就露了苗头。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4.1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75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微信号包装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072579" cy="10058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2103120"/>
            <a:ext cx="19262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头像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2804099" y="2103120"/>
            <a:ext cx="2072579" cy="10058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77251" y="2103120"/>
            <a:ext cx="19262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昵称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059558" y="2103120"/>
            <a:ext cx="2072579" cy="10058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32710" y="2103120"/>
            <a:ext cx="19262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个签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315017" y="2103120"/>
            <a:ext cx="2072579" cy="10058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88169" y="2103120"/>
            <a:ext cx="19262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背景图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570476" y="2103120"/>
            <a:ext cx="2072579" cy="10058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43628" y="2103120"/>
            <a:ext cx="19262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朋友圈封面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一个让人敢把几万块的货交出来的微信，长什么样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4.2A–B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朋友圈体系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四类内容配比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636444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057400"/>
            <a:ext cx="24901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成交实拍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367964" y="2057400"/>
            <a:ext cx="2636444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1116" y="2057400"/>
            <a:ext cx="24901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专业干货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187288" y="2057400"/>
            <a:ext cx="2636444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0440" y="2057400"/>
            <a:ext cx="24901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生活人设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006611" y="2057400"/>
            <a:ext cx="2636444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79763" y="2057400"/>
            <a:ext cx="24901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客户反馈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0896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每天发几条、什么时间发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成交实拍怎么拍怎么配文 —— 带来私信最多的一类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干货怎么写才不像广告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三十天朋友圈内容表：照着发就行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高互动文案模板与常见反面例子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分组可见与标签化推送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4.2A–B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46159" y="658368"/>
            <a:ext cx="1310640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46159" y="658368"/>
            <a:ext cx="131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迁自 8.7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1990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朋友圈风控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3515258" cy="310896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965960"/>
            <a:ext cx="31129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743200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成交实拍的授权与打码：客户的脸、身份证、住址、订单号、快递单号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338218" y="1783080"/>
            <a:ext cx="3515258" cy="310896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39386" y="1965960"/>
            <a:ext cx="31129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4539386" y="2743200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不写"保真""全网最高价""稳赚"这类承诺，和 2.3.8 用同一张违禁词表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127797" y="1783080"/>
            <a:ext cx="3515258" cy="310896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8965" y="1965960"/>
            <a:ext cx="31129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328965" y="2743200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不编造成交和客户反馈：被识破一次，前面攒的信任全部归零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4.3A–B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私信问诊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110944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21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问诊式开场：先问什么、后问什么，顺序不能乱</a:t>
            </a:r>
            <a:endParaRPr lang="en-US" sz="2150" dirty="0"/>
          </a:p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21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判断意向真假：急不急用钱、以前卖过没有、比过几家价</a:t>
            </a:r>
            <a:endParaRPr lang="en-US" sz="2150" dirty="0"/>
          </a:p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21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卖家的四类动机分别怎么接</a:t>
            </a:r>
            <a:endParaRPr lang="en-US" sz="2150" dirty="0"/>
          </a:p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21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怎么把"我就问问价"接成一次完整的问诊</a:t>
            </a:r>
            <a:endParaRPr lang="en-US" sz="2150" dirty="0"/>
          </a:p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21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什么时候绝对不能给数字</a:t>
            </a:r>
            <a:endParaRPr lang="en-US" sz="2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4.3A–B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777679" y="658368"/>
            <a:ext cx="579120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77679" y="658368"/>
            <a:ext cx="57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9305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问诊里的风控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来源异常信号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576218" cy="658368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057400"/>
            <a:ext cx="3429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急着出手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07738" y="2057400"/>
            <a:ext cx="3576218" cy="658368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0890" y="2057400"/>
            <a:ext cx="3429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对价格不敏感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66837" y="2057400"/>
            <a:ext cx="3576218" cy="658368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9989" y="2057400"/>
            <a:ext cx="3429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说不清购买时间和渠道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3576218" cy="658368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2852928"/>
            <a:ext cx="3429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同一个人短期反复出高价货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307738" y="2852928"/>
            <a:ext cx="3576218" cy="658368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0890" y="2852928"/>
            <a:ext cx="3429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坚持要现金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66837" y="2852928"/>
            <a:ext cx="3576218" cy="658368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9989" y="2852928"/>
            <a:ext cx="3429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不愿登记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63931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问诊时就记进标签，成交前逐条复核（6.4.4）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4340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未成年人和在校学生：聊天里听出对方未成年，立即停止，不谈价、不约见</a:t>
            </a:r>
            <a:endParaRPr lang="en-US" sz="19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说出去的话就是证据：私信里给的承诺、区间和条件，纠纷时会被截图拿出来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4.4A–B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隔屏看货：指挥客户拍图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各品类必须要到的部位清单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636444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057400"/>
            <a:ext cx="24901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367964" y="2057400"/>
            <a:ext cx="2636444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1116" y="2057400"/>
            <a:ext cx="24901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187288" y="2057400"/>
            <a:ext cx="2636444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0440" y="2057400"/>
            <a:ext cx="24901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黄金珠宝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006611" y="2057400"/>
            <a:ext cx="2636444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79763" y="2057400"/>
            <a:ext cx="24901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9077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分别拍哪几张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74720"/>
            <a:ext cx="1109441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怎么指挥角度和光线，客户才拍得出能用的图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客户不愿拍、拍不好、只发一张，分别怎么接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要到票据、保卡、配件、购买时间信息的话术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视频通话验货：什么时候用、怎么引导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4.4A–B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隔屏看货：指挥客户拍图（续）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64328" cy="224028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965960"/>
            <a:ext cx="496199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先查图是不是盗来的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0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：以图搜图；高价件请对方带一张手写日期和你名字的纸条一起拍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78728" y="1691640"/>
            <a:ext cx="5364328" cy="224028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9896" y="1965960"/>
            <a:ext cx="496199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要图就是在留证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0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：图、视频、票据截图按客户归档，这是后面存证的第一批材料（6.4.6）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1094415" cy="16916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343400"/>
            <a:ext cx="10637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这一节是第四站和第五站的接口：产出物是"一包能拿去鉴定的客户图"，第五站开场就用学员自己收上来的图做判定练习。学员会当场发现自己的图要得不对——这比讲十遍要图清单都管用。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4.5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75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跟进节奏与死单激活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未成交客户的跟进周期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464994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057400"/>
            <a:ext cx="23186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当天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068498" y="2446020"/>
            <a:ext cx="301752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5114" y="2057400"/>
            <a:ext cx="2464994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8266" y="2057400"/>
            <a:ext cx="23186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三天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944972" y="2446020"/>
            <a:ext cx="301752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1588" y="2057400"/>
            <a:ext cx="2464994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4740" y="2057400"/>
            <a:ext cx="23186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七天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821445" y="2446020"/>
            <a:ext cx="301752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78061" y="2057400"/>
            <a:ext cx="2464994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51213" y="2057400"/>
            <a:ext cx="23186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三十天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077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各说什么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474720"/>
            <a:ext cx="1109441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行情播报、节日问候、点赞评论的具体用法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死单激活：沉默一个月以上的客户怎么重新聊起来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跟进的上限：什么频率算骚扰，客户明确拒绝后就停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死单激活不制造焦虑：不编"下周就跌价"，用真实行情说话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05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 —— 讲三成，练七成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15258" cy="32004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11680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834640"/>
            <a:ext cx="311292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两人一组对练问诊开场与要图，全程录像回放，老师逐个纠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338218" y="1828800"/>
            <a:ext cx="3515258" cy="32004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39386" y="2011680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39386" y="2834640"/>
            <a:ext cx="311292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不涉及任何报价环节，专练"把人聊开"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127797" y="1828800"/>
            <a:ext cx="3515258" cy="32004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8965" y="2011680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328965" y="2834640"/>
            <a:ext cx="311292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每人当场向三个真实好友发出要图请求，把回来的图存好，第五站要用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4.6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43567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43567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7964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本站风控：私域转化的错误点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361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转化的错大多出在嘴上：说早了、说满了、说漏了。私信里的每句话都会留下来，既是信任，也是证据。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朋友圈天天刷硬广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被屏蔽、被删，朋友圈失效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四类内容配比（4.2）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成交实拍不打码、不问授权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客户投诉、隐私纠纷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授权加打码清单（4.2）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朋友圈写"保真""全网最高价"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虚假宣传投诉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合规表述对照（4.2、2.3.8）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编造成交、编造客户反馈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被识破一次，信任全部归零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只发真实成交（4.2）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问诊顺序乱，上来就问"最低多少卖"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客户警觉，聊不下去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问诊顺序（4.3）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06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没看到货就给数字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被锚定在高位，后面压价就成了"骗子"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问诊不报价（4.3）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4.6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43567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43567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7964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本站风控：私域转化的错误点（续）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私信里随口说"保证这个价""肯定收"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截图成了纠纷证据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只给前提和区间（4.3）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忽略来源异常的信号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收进赃物，货被扣，钱追不回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问诊时记下来，成交前复核（4.3、6.4.4）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聊着聊着发现是未成年人，还继续谈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交易可能无效，还要退货担责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立即停止（4.3）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图要不全就下判断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看走眼，或把真货判假得罪客户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各品类要图清单（4.4）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不查图片来源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被盗图、借真图卖假货骗到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以图搜图，带手写日期拍（4.4）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跟进变骚扰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被删、被投诉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跟进节奏表（4.5）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死单激活靠制造焦虑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客户发现后不再信你的任何行情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用真实行情播报（4.5）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员工用个人号私下跟进客户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私收私卖的开端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统一用公司号（3.1、6.7.2）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4.6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75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 · 找错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64328" cy="30175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011680"/>
            <a:ext cx="496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34640"/>
            <a:ext cx="496199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给八段真实私信聊天记录（已脱敏），标出来源异常信号、话术雷区和不该给出的承诺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278728" y="1828800"/>
            <a:ext cx="5364328" cy="30175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9896" y="2011680"/>
            <a:ext cx="496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79896" y="2834640"/>
            <a:ext cx="496199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把自己最近十条朋友圈拿出来，按授权、打码、违禁词三项过一遍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第四站 · 出课标准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65760" cy="365760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46304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改完的微信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37744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天朋友圈内容表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29184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一套问诊话术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78728" y="1645920"/>
            <a:ext cx="365760" cy="365760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872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27368" y="146304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一份自己收上来的真实客户图包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78728" y="2560320"/>
            <a:ext cx="365760" cy="365760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728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27368" y="237744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一张来源异常信号卡（问诊时用）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80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83480"/>
            <a:ext cx="110944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转化诊断表（9 张可填写的表，Word 版在 word 文件夹） · 30 天朋友圈内容表 · 问诊话术模板 · 各品类要图清单 · 跟进节奏表 · 个人对练录像回放 · 来源异常信号卡 · 成交实拍授权与打码规范 · 转化错误清单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第四站 · 转化</dc:title>
  <dc:subject>PptxGenJS Presentation</dc:subject>
  <dc:creator>PptxGenJS</dc:creator>
  <cp:lastModifiedBy>PptxGenJS</cp:lastModifiedBy>
  <cp:revision>1</cp:revision>
  <dcterms:created xsi:type="dcterms:W3CDTF">2026-09-29T01:18:50Z</dcterms:created>
  <dcterms:modified xsi:type="dcterms:W3CDTF">2026-09-29T01:18:50Z</dcterms:modified>
</cp:coreProperties>
</file>